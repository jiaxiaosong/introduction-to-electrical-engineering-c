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73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pan.baidu.com/s/1bpvC3X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%E7%A5%96%E9%AD%AF%E8%AA%9E" TargetMode="External"/><Relationship Id="rId2" Type="http://schemas.openxmlformats.org/officeDocument/2006/relationships/hyperlink" Target="https://zh.wikipedia.org/wiki/%E9%9D%9E%E6%B4%B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n.baidu.com/s/1bpvC3XP" TargetMode="External"/><Relationship Id="rId5" Type="http://schemas.openxmlformats.org/officeDocument/2006/relationships/hyperlink" Target="https://zh.wikipedia.org/wiki/%E4%B9%8C%E7%8F%AD%E5%9B%BE" TargetMode="External"/><Relationship Id="rId4" Type="http://schemas.openxmlformats.org/officeDocument/2006/relationships/hyperlink" Target="https://zh.wikipedia.org/wiki/%E7%A7%91%E8%96%A9%E8%AA%9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guru.cn/thread-593833-1-1.html" TargetMode="External"/><Relationship Id="rId2" Type="http://schemas.openxmlformats.org/officeDocument/2006/relationships/hyperlink" Target="http://letusexplain.blogspot.jp/2015/08/error-relaunching-virtualbox-vm-proces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lp.ubuntu.com/community/VirtualBox/SharedFold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Virtual Machine Installation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212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Tools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2852936"/>
            <a:ext cx="5266928" cy="1152128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 smtClean="0"/>
              <a:t>VirtualBox</a:t>
            </a:r>
            <a:endParaRPr lang="en-US" altLang="zh-CN" dirty="0" smtClean="0"/>
          </a:p>
          <a:p>
            <a:r>
              <a:rPr lang="en-US" altLang="zh-CN" dirty="0" smtClean="0"/>
              <a:t>Ubuntu ISO</a:t>
            </a:r>
            <a:endParaRPr lang="zh-CN" altLang="en-US" dirty="0"/>
          </a:p>
        </p:txBody>
      </p:sp>
      <p:sp>
        <p:nvSpPr>
          <p:cNvPr id="4" name="TextBox 5"/>
          <p:cNvSpPr txBox="1"/>
          <p:nvPr/>
        </p:nvSpPr>
        <p:spPr>
          <a:xfrm>
            <a:off x="5148064" y="5445224"/>
            <a:ext cx="3682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两个工具下载链接：</a:t>
            </a:r>
            <a:r>
              <a:rPr lang="en-US" altLang="zh-CN" dirty="0" smtClean="0">
                <a:solidFill>
                  <a:srgbClr val="FF0000"/>
                </a:solidFill>
                <a:hlinkClick r:id="rId2"/>
              </a:rPr>
              <a:t>http://pan.baidu.com/s/1bpvC3XP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 smtClean="0">
                <a:solidFill>
                  <a:srgbClr val="FF0000"/>
                </a:solidFill>
              </a:rPr>
              <a:t>压密码：</a:t>
            </a:r>
            <a:r>
              <a:rPr lang="en-US" altLang="zh-CN" dirty="0" smtClean="0">
                <a:solidFill>
                  <a:srgbClr val="FF0000"/>
                </a:solidFill>
              </a:rPr>
              <a:t>IEEE</a:t>
            </a:r>
          </a:p>
        </p:txBody>
      </p:sp>
    </p:spTree>
    <p:extLst>
      <p:ext uri="{BB962C8B-B14F-4D97-AF65-F5344CB8AC3E}">
        <p14:creationId xmlns:p14="http://schemas.microsoft.com/office/powerpoint/2010/main" val="106436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VirtualBox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6711"/>
          </a:xfrm>
        </p:spPr>
        <p:txBody>
          <a:bodyPr>
            <a:normAutofit/>
          </a:bodyPr>
          <a:lstStyle/>
          <a:p>
            <a:r>
              <a:rPr lang="en-US" altLang="zh-CN" sz="2400" dirty="0" err="1" smtClean="0"/>
              <a:t>VirtualBox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允许你在一个操作系统中运行另外一个操作系统，例如：</a:t>
            </a:r>
            <a:r>
              <a:rPr lang="en-US" altLang="zh-CN" sz="2400" dirty="0" err="1" smtClean="0"/>
              <a:t>ubuntu</a:t>
            </a:r>
            <a:r>
              <a:rPr lang="en-US" altLang="zh-CN" sz="2400" dirty="0" smtClean="0"/>
              <a:t>, centos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arch</a:t>
            </a:r>
            <a:r>
              <a:rPr lang="zh-CN" altLang="en-US" sz="2400" dirty="0" smtClean="0"/>
              <a:t>等等。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7200" y="24208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Ubuntu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83132" y="3563888"/>
            <a:ext cx="8229600" cy="1396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 smtClean="0"/>
              <a:t>一种以桌面应用为主的</a:t>
            </a:r>
            <a:r>
              <a:rPr lang="en-US" altLang="zh-CN" sz="2400" dirty="0" smtClean="0"/>
              <a:t>GNU/Linux</a:t>
            </a:r>
            <a:r>
              <a:rPr lang="zh-CN" altLang="en-US" sz="2400" dirty="0" smtClean="0"/>
              <a:t>操作系统，其名称来自</a:t>
            </a:r>
            <a:r>
              <a:rPr lang="zh-CN" altLang="en-US" sz="2400" dirty="0" smtClean="0">
                <a:hlinkClick r:id="rId2" tooltip="非洲"/>
              </a:rPr>
              <a:t>非洲</a:t>
            </a:r>
            <a:r>
              <a:rPr lang="zh-CN" altLang="en-US" sz="2400" dirty="0" smtClean="0"/>
              <a:t>南部</a:t>
            </a:r>
            <a:r>
              <a:rPr lang="zh-CN" altLang="en-US" sz="2400" dirty="0" smtClean="0">
                <a:hlinkClick r:id="rId3" tooltip="祖鲁语"/>
              </a:rPr>
              <a:t>祖鲁语</a:t>
            </a:r>
            <a:r>
              <a:rPr lang="zh-CN" altLang="en-US" sz="2400" dirty="0" smtClean="0"/>
              <a:t>或</a:t>
            </a:r>
            <a:r>
              <a:rPr lang="zh-CN" altLang="en-US" sz="2400" dirty="0" smtClean="0">
                <a:hlinkClick r:id="rId4" tooltip="科萨语"/>
              </a:rPr>
              <a:t>科萨语</a:t>
            </a:r>
            <a:r>
              <a:rPr lang="zh-CN" altLang="en-US" sz="2400" dirty="0" smtClean="0"/>
              <a:t>（译为</a:t>
            </a:r>
            <a:r>
              <a:rPr lang="zh-CN" altLang="en-US" sz="2400" dirty="0" smtClean="0">
                <a:hlinkClick r:id="rId5" tooltip="乌班图"/>
              </a:rPr>
              <a:t>乌班图</a:t>
            </a:r>
            <a:r>
              <a:rPr lang="zh-CN" altLang="en-US" sz="2400" dirty="0" smtClean="0"/>
              <a:t>），意思是“人性”、“我的存在是因为大家的存在”（来自</a:t>
            </a:r>
            <a:r>
              <a:rPr lang="en-US" altLang="zh-CN" sz="2400" dirty="0" err="1" smtClean="0"/>
              <a:t>wikipedia</a:t>
            </a:r>
            <a:r>
              <a:rPr lang="zh-CN" altLang="en-US" sz="2400" dirty="0" smtClean="0"/>
              <a:t>） 。</a:t>
            </a:r>
            <a:endParaRPr lang="en-US" altLang="zh-CN" sz="2400" dirty="0" smtClean="0"/>
          </a:p>
        </p:txBody>
      </p:sp>
      <p:sp>
        <p:nvSpPr>
          <p:cNvPr id="7" name="TextBox 5"/>
          <p:cNvSpPr txBox="1"/>
          <p:nvPr/>
        </p:nvSpPr>
        <p:spPr>
          <a:xfrm>
            <a:off x="5148064" y="5445224"/>
            <a:ext cx="3682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两个工具下载链接：</a:t>
            </a:r>
            <a:r>
              <a:rPr lang="en-US" altLang="zh-CN" dirty="0" smtClean="0">
                <a:solidFill>
                  <a:srgbClr val="FF0000"/>
                </a:solidFill>
                <a:hlinkClick r:id="rId6"/>
              </a:rPr>
              <a:t>http://pan.baidu.com/s/1bpvC3XP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 smtClean="0">
                <a:solidFill>
                  <a:srgbClr val="FF0000"/>
                </a:solidFill>
              </a:rPr>
              <a:t>压密码：</a:t>
            </a:r>
            <a:r>
              <a:rPr lang="en-US" altLang="zh-CN" dirty="0" smtClean="0">
                <a:solidFill>
                  <a:srgbClr val="FF0000"/>
                </a:solidFill>
              </a:rPr>
              <a:t>IEEE</a:t>
            </a:r>
          </a:p>
        </p:txBody>
      </p:sp>
    </p:spTree>
    <p:extLst>
      <p:ext uri="{BB962C8B-B14F-4D97-AF65-F5344CB8AC3E}">
        <p14:creationId xmlns:p14="http://schemas.microsoft.com/office/powerpoint/2010/main" val="262810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VirtualBox</a:t>
            </a:r>
            <a:r>
              <a:rPr lang="zh-CN" altLang="en-US" dirty="0" smtClean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下载后直接安装（如在官网下载，请注意对应版本，</a:t>
            </a:r>
            <a:r>
              <a:rPr lang="en-US" altLang="zh-CN" dirty="0" err="1" smtClean="0"/>
              <a:t>VirtualBox</a:t>
            </a:r>
            <a:r>
              <a:rPr lang="en-US" altLang="zh-CN" dirty="0" smtClean="0"/>
              <a:t> 5.1.2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ubuntu</a:t>
            </a:r>
            <a:r>
              <a:rPr lang="en-US" altLang="zh-CN" dirty="0" smtClean="0"/>
              <a:t> 14.0.4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Win10</a:t>
            </a:r>
            <a:r>
              <a:rPr lang="zh-CN" altLang="en-US" dirty="0" smtClean="0"/>
              <a:t>的某些版本可能会出现无法使用</a:t>
            </a:r>
            <a:r>
              <a:rPr lang="en-US" altLang="zh-CN" dirty="0" smtClean="0"/>
              <a:t>VirtualBox5.1.2</a:t>
            </a:r>
            <a:r>
              <a:rPr lang="zh-CN" altLang="en-US" dirty="0" smtClean="0"/>
              <a:t>的情况。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若出现这种情况请卸载</a:t>
            </a:r>
            <a:r>
              <a:rPr lang="en-US" altLang="zh-CN" dirty="0" smtClean="0"/>
              <a:t>VirtualBox5.1.2</a:t>
            </a:r>
            <a:r>
              <a:rPr lang="zh-CN" altLang="en-US" dirty="0" smtClean="0"/>
              <a:t>，并从以下链接下载</a:t>
            </a:r>
            <a:r>
              <a:rPr lang="en-US" altLang="zh-CN" dirty="0" smtClean="0"/>
              <a:t>VirtualBox5.1.26</a:t>
            </a:r>
            <a:r>
              <a:rPr lang="zh-CN" altLang="en-US" dirty="0" smtClean="0"/>
              <a:t>重新安装。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http</a:t>
            </a:r>
            <a:r>
              <a:rPr lang="en-US" altLang="zh-CN" dirty="0"/>
              <a:t>://download.virtualbox.org/virtualbox/5.1.26/VirtualBox-5.1.26-117224-Win.exe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82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启动</a:t>
            </a:r>
            <a:r>
              <a:rPr lang="en-US" altLang="zh-CN" sz="2400" dirty="0" err="1" smtClean="0"/>
              <a:t>VirtualBox</a:t>
            </a:r>
            <a:r>
              <a:rPr lang="zh-CN" altLang="en-US" sz="2400" dirty="0" smtClean="0"/>
              <a:t>；点击左上角的“新建”，填写名称，选择</a:t>
            </a:r>
            <a:r>
              <a:rPr lang="en-US" altLang="zh-CN" sz="2400" dirty="0" smtClean="0"/>
              <a:t>Linux, Ubuntu-64bit</a:t>
            </a:r>
            <a:r>
              <a:rPr lang="zh-CN" altLang="en-US" sz="2400" dirty="0"/>
              <a:t>；</a:t>
            </a:r>
            <a:r>
              <a:rPr lang="zh-CN" altLang="en-US" sz="2400" dirty="0" smtClean="0"/>
              <a:t>然后点击“下一步”。</a:t>
            </a:r>
            <a:endParaRPr lang="zh-CN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278" y="2564904"/>
            <a:ext cx="5560433" cy="39933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06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分配</a:t>
            </a:r>
            <a:r>
              <a:rPr lang="en-US" altLang="zh-CN" sz="2400" dirty="0" smtClean="0"/>
              <a:t>1G</a:t>
            </a:r>
            <a:r>
              <a:rPr lang="zh-CN" altLang="en-US" sz="2400" dirty="0" smtClean="0"/>
              <a:t>内存，下一步；选择“现在创建硬盘”，下一步。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311338"/>
            <a:ext cx="4238625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311337"/>
            <a:ext cx="4238625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21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类型选择“</a:t>
            </a:r>
            <a:r>
              <a:rPr lang="en-US" altLang="zh-CN" sz="2400" dirty="0" smtClean="0"/>
              <a:t>VDI</a:t>
            </a:r>
            <a:r>
              <a:rPr lang="zh-CN" altLang="en-US" sz="2400" dirty="0" smtClean="0"/>
              <a:t>”，下一步；选择“固定大小”，下一步。</a:t>
            </a:r>
            <a:endParaRPr lang="zh-CN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698" y="2325522"/>
            <a:ext cx="444817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4" y="2325521"/>
            <a:ext cx="444817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Ubuntu</a:t>
            </a:r>
            <a:r>
              <a:rPr lang="zh-CN" altLang="en-US" dirty="0"/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392980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大小设置为</a:t>
            </a:r>
            <a:r>
              <a:rPr lang="en-US" altLang="zh-CN" sz="2400" dirty="0" smtClean="0"/>
              <a:t>8G</a:t>
            </a:r>
            <a:r>
              <a:rPr lang="zh-CN" altLang="en-US" sz="2400" dirty="0" smtClean="0"/>
              <a:t>或者更大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463" y="2276872"/>
            <a:ext cx="444817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60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80727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以上配置完之后，点击左上角“设置”，然后选择“存储”</a:t>
            </a:r>
            <a:r>
              <a:rPr lang="en-US" altLang="zh-CN" sz="2400" dirty="0" smtClean="0"/>
              <a:t>-&gt;</a:t>
            </a:r>
            <a:r>
              <a:rPr lang="zh-CN" altLang="en-US" sz="2400" dirty="0" smtClean="0"/>
              <a:t>“没有盘片”</a:t>
            </a:r>
            <a:r>
              <a:rPr lang="en-US" altLang="zh-CN" sz="2400" dirty="0" smtClean="0"/>
              <a:t>-&gt;</a:t>
            </a:r>
            <a:r>
              <a:rPr lang="zh-CN" altLang="en-US" sz="2400" dirty="0" smtClean="0"/>
              <a:t>点击“分配光驱”右边的图标，选择刚才下载的</a:t>
            </a:r>
            <a:r>
              <a:rPr lang="en-US" altLang="zh-CN" sz="2400" dirty="0" err="1" smtClean="0"/>
              <a:t>ubuntu.ISO</a:t>
            </a:r>
            <a:r>
              <a:rPr lang="zh-CN" altLang="en-US" sz="2400" dirty="0" smtClean="0"/>
              <a:t>镜像，点击</a:t>
            </a:r>
            <a:r>
              <a:rPr lang="zh-CN" altLang="en-US" sz="2400" dirty="0"/>
              <a:t>确定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916" y="2852936"/>
            <a:ext cx="6576839" cy="372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674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双击左栏的虚拟机图标或者点击“启动”</a:t>
            </a:r>
            <a:endParaRPr lang="zh-CN" altLang="en-US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92896"/>
            <a:ext cx="3579631" cy="36724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513374"/>
            <a:ext cx="4869238" cy="365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362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2655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选择</a:t>
            </a:r>
            <a:r>
              <a:rPr lang="en-US" altLang="zh-CN" sz="2400" dirty="0" smtClean="0"/>
              <a:t>Install Ubuntu</a:t>
            </a:r>
            <a:r>
              <a:rPr lang="zh-CN" altLang="en-US" sz="2400" dirty="0" smtClean="0"/>
              <a:t>，进入以下界面，选英语，继续</a:t>
            </a:r>
            <a:endParaRPr lang="zh-CN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597" y="2348880"/>
            <a:ext cx="5721152" cy="429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90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继续</a:t>
            </a:r>
            <a:endParaRPr lang="zh-CN" altLang="en-US"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04864"/>
            <a:ext cx="5937176" cy="445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404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继续，然后选择</a:t>
            </a:r>
            <a:r>
              <a:rPr lang="en-US" altLang="zh-CN" sz="2400" dirty="0"/>
              <a:t>Install Now</a:t>
            </a:r>
            <a:endParaRPr lang="zh-CN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04864"/>
            <a:ext cx="5625141" cy="421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25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继续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直到</a:t>
            </a:r>
            <a:r>
              <a:rPr lang="zh-CN" altLang="en-US" sz="2400" dirty="0" smtClean="0"/>
              <a:t>以下</a:t>
            </a:r>
            <a:r>
              <a:rPr lang="zh-CN" altLang="en-US" sz="2400" dirty="0"/>
              <a:t>界面，填入信息，设置密码。然后继续直到完成。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420888"/>
            <a:ext cx="5544616" cy="415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25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Restart</a:t>
            </a:r>
            <a:r>
              <a:rPr lang="zh-CN" altLang="en-US" sz="2400" dirty="0"/>
              <a:t>之后如下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657" y="2132856"/>
            <a:ext cx="5807968" cy="4355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25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Ubuntu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点击左上角</a:t>
            </a:r>
            <a:r>
              <a:rPr lang="en-US" altLang="zh-CN" sz="2400" dirty="0"/>
              <a:t>dash board</a:t>
            </a:r>
            <a:r>
              <a:rPr lang="zh-CN" altLang="en-US" sz="2400" dirty="0"/>
              <a:t>，会弹</a:t>
            </a:r>
            <a:r>
              <a:rPr lang="zh-CN" altLang="en-US" sz="2400" dirty="0" smtClean="0"/>
              <a:t>出搜索</a:t>
            </a:r>
            <a:r>
              <a:rPr lang="zh-CN" altLang="en-US" sz="2400" dirty="0"/>
              <a:t>框，输入</a:t>
            </a:r>
            <a:r>
              <a:rPr lang="en-US" altLang="zh-CN" sz="2400" dirty="0"/>
              <a:t>terminal</a:t>
            </a:r>
            <a:r>
              <a:rPr lang="zh-CN" altLang="en-US" sz="2400" dirty="0"/>
              <a:t>，点击</a:t>
            </a:r>
            <a:r>
              <a:rPr lang="en-US" altLang="zh-CN" sz="2400" dirty="0"/>
              <a:t>Terminal</a:t>
            </a:r>
            <a:r>
              <a:rPr lang="zh-CN" altLang="en-US" sz="2400" dirty="0"/>
              <a:t>，进入</a:t>
            </a:r>
            <a:r>
              <a:rPr lang="zh-CN" altLang="en-US" sz="2400" dirty="0" smtClean="0"/>
              <a:t>命令行</a:t>
            </a:r>
            <a:r>
              <a:rPr lang="zh-CN" altLang="en-US" sz="2400" dirty="0"/>
              <a:t>。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122" y="2405037"/>
            <a:ext cx="5735960" cy="430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52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Terminal</a:t>
            </a:r>
            <a:r>
              <a:rPr lang="zh-CN" altLang="en-US" sz="2400" dirty="0"/>
              <a:t>中可以输入</a:t>
            </a:r>
            <a:r>
              <a:rPr lang="en-US" altLang="zh-CN" sz="2400" dirty="0" err="1"/>
              <a:t>linux</a:t>
            </a:r>
            <a:r>
              <a:rPr lang="zh-CN" altLang="en-US" sz="2400" dirty="0"/>
              <a:t>常用命令，如</a:t>
            </a:r>
            <a:r>
              <a:rPr lang="en-US" altLang="zh-CN" sz="2400" dirty="0"/>
              <a:t>apt-get</a:t>
            </a:r>
            <a:r>
              <a:rPr lang="zh-CN" altLang="en-US" sz="2400" dirty="0"/>
              <a:t>安装命令，以下为安装</a:t>
            </a:r>
            <a:r>
              <a:rPr lang="en-US" altLang="zh-CN" sz="2400" dirty="0"/>
              <a:t>python</a:t>
            </a:r>
            <a:r>
              <a:rPr lang="zh-CN" altLang="en-US" sz="2400" dirty="0"/>
              <a:t>的一个工具</a:t>
            </a:r>
            <a:r>
              <a:rPr lang="en-US" altLang="zh-CN" sz="2400" dirty="0"/>
              <a:t>pip</a:t>
            </a:r>
            <a:endParaRPr lang="zh-CN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51992"/>
            <a:ext cx="4103778" cy="307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747764"/>
            <a:ext cx="4079576" cy="305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394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输入</a:t>
            </a:r>
            <a:r>
              <a:rPr lang="en-US" altLang="zh-CN" sz="2400" dirty="0" err="1"/>
              <a:t>sudo</a:t>
            </a:r>
            <a:r>
              <a:rPr lang="en-US" altLang="zh-CN" sz="2400" dirty="0"/>
              <a:t> apt-get install idle</a:t>
            </a:r>
            <a:r>
              <a:rPr lang="zh-CN" altLang="en-US" sz="2400" dirty="0"/>
              <a:t>安装</a:t>
            </a:r>
            <a:r>
              <a:rPr lang="en-US" altLang="zh-CN" sz="2400" dirty="0"/>
              <a:t>python</a:t>
            </a:r>
            <a:r>
              <a:rPr lang="zh-CN" altLang="en-US" sz="2400" dirty="0"/>
              <a:t>集成开发环境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08920"/>
            <a:ext cx="4415813" cy="331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801" y="2708920"/>
            <a:ext cx="4392149" cy="32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41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dash board</a:t>
            </a:r>
            <a:r>
              <a:rPr lang="zh-CN" altLang="en-US" sz="2400" dirty="0"/>
              <a:t>中输入</a:t>
            </a:r>
            <a:r>
              <a:rPr lang="en-US" altLang="zh-CN" sz="2400" dirty="0"/>
              <a:t>idle</a:t>
            </a:r>
            <a:r>
              <a:rPr lang="zh-CN" altLang="en-US" sz="2400" dirty="0"/>
              <a:t>启动开发环境，或者在命令行中输入</a:t>
            </a:r>
            <a:r>
              <a:rPr lang="en-US" altLang="zh-CN" sz="2400" dirty="0"/>
              <a:t>idle</a:t>
            </a:r>
            <a:r>
              <a:rPr lang="zh-CN" altLang="en-US" sz="2400" dirty="0"/>
              <a:t>，回车启动。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80928"/>
            <a:ext cx="4296139" cy="3222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772025"/>
            <a:ext cx="4319880" cy="323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14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关机。左上角选择控制，在下拉菜单中选择“正常关机”，然后点</a:t>
            </a:r>
            <a:r>
              <a:rPr lang="en-US" altLang="zh-CN" sz="2400" dirty="0"/>
              <a:t>shut down</a:t>
            </a:r>
            <a:r>
              <a:rPr lang="zh-CN" altLang="en-US" sz="2400" dirty="0"/>
              <a:t>。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52936"/>
            <a:ext cx="4325908" cy="3076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852936"/>
            <a:ext cx="4163015" cy="307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10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VirtualBox</a:t>
            </a:r>
            <a:r>
              <a:rPr lang="zh-CN" altLang="en-US" dirty="0" smtClean="0"/>
              <a:t>中文件夹共享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选择左上角的“设备”</a:t>
            </a:r>
            <a:r>
              <a:rPr lang="en-US" altLang="zh-CN" sz="2400" dirty="0" smtClean="0"/>
              <a:t>-&gt;</a:t>
            </a:r>
            <a:r>
              <a:rPr lang="zh-CN" altLang="en-US" sz="2400" dirty="0" smtClean="0"/>
              <a:t>“安装增强功能”，按照提示进行安装。安装完成后需要重启系统或者重启电脑。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420888"/>
            <a:ext cx="4309120" cy="401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57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VirtualBox</a:t>
            </a:r>
            <a:r>
              <a:rPr lang="zh-CN" altLang="en-US" dirty="0" smtClean="0"/>
              <a:t>中文件夹共享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在“设置”</a:t>
            </a:r>
            <a:r>
              <a:rPr lang="en-US" altLang="zh-CN" sz="2400" dirty="0" smtClean="0"/>
              <a:t>-&gt;</a:t>
            </a:r>
            <a:r>
              <a:rPr lang="zh-CN" altLang="en-US" sz="2400" dirty="0" smtClean="0"/>
              <a:t>“文件夹共享”中添加共享文件夹，勾选“固定分配”。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42" y="2492896"/>
            <a:ext cx="6671717" cy="35466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45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VirtualBox</a:t>
            </a:r>
            <a:r>
              <a:rPr lang="zh-CN" altLang="en-US" dirty="0" smtClean="0"/>
              <a:t>中文件夹共享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在重新启动的</a:t>
            </a:r>
            <a:r>
              <a:rPr lang="en-US" altLang="zh-CN" sz="2400" dirty="0" err="1" smtClean="0"/>
              <a:t>ubuntu</a:t>
            </a:r>
            <a:r>
              <a:rPr lang="zh-CN" altLang="en-US" sz="2400" dirty="0" smtClean="0"/>
              <a:t>中，加载共享的文件夹。可在</a:t>
            </a:r>
            <a:r>
              <a:rPr lang="en-US" altLang="zh-CN" sz="2400" dirty="0" smtClean="0"/>
              <a:t>/media/</a:t>
            </a:r>
            <a:r>
              <a:rPr lang="zh-CN" altLang="en-US" sz="2400" dirty="0" smtClean="0"/>
              <a:t>目录下建立一个目录，如</a:t>
            </a:r>
            <a:r>
              <a:rPr lang="en-US" altLang="zh-CN" sz="2400" dirty="0" smtClean="0"/>
              <a:t>EE</a:t>
            </a:r>
            <a:r>
              <a:rPr lang="zh-CN" altLang="en-US" sz="2400" dirty="0" smtClean="0"/>
              <a:t>，然后使用</a:t>
            </a:r>
            <a:r>
              <a:rPr lang="en-US" altLang="zh-CN" sz="2400" dirty="0" smtClean="0"/>
              <a:t>mount</a:t>
            </a:r>
            <a:r>
              <a:rPr lang="zh-CN" altLang="en-US" sz="2400" dirty="0" smtClean="0"/>
              <a:t>命令挂载刚才的文件夹</a:t>
            </a:r>
            <a:r>
              <a:rPr lang="en-US" altLang="zh-CN" sz="2400" dirty="0" err="1" smtClean="0"/>
              <a:t>EEcourse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80928"/>
            <a:ext cx="6104624" cy="3928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84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Reference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20887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 smtClean="0"/>
              <a:t>启动</a:t>
            </a:r>
            <a:r>
              <a:rPr lang="en-US" altLang="zh-CN" dirty="0" err="1" smtClean="0"/>
              <a:t>VirtualBox</a:t>
            </a:r>
            <a:r>
              <a:rPr lang="en-US" altLang="zh-CN" dirty="0" smtClean="0"/>
              <a:t> VM</a:t>
            </a:r>
            <a:r>
              <a:rPr lang="zh-CN" altLang="en-US" dirty="0" smtClean="0"/>
              <a:t>失败问题，请参考：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hlinkClick r:id="rId2"/>
              </a:rPr>
              <a:t>http://letusexplain.blogspot.jp/2015/08/error-relaunching-virtualbox-vm-process.html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hlinkClick r:id="rId3"/>
              </a:rPr>
              <a:t>http://www.dataguru.cn/thread-593833-1-1.html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 smtClean="0"/>
              <a:t>“安装增强功能”失败问题，请参考：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hlinkClick r:id="rId4"/>
              </a:rPr>
              <a:t>https://help.ubuntu.com/community/VirtualBox/SharedFolders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394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515</Words>
  <Application>Microsoft Office PowerPoint</Application>
  <PresentationFormat>全屏显示(4:3)</PresentationFormat>
  <Paragraphs>62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宋体</vt:lpstr>
      <vt:lpstr>Arial</vt:lpstr>
      <vt:lpstr>Calibri</vt:lpstr>
      <vt:lpstr>Office 主题</vt:lpstr>
      <vt:lpstr>Virtual Machine Installation</vt:lpstr>
      <vt:lpstr>Tools</vt:lpstr>
      <vt:lpstr>VirtualBox</vt:lpstr>
      <vt:lpstr>VirtualBox安装</vt:lpstr>
      <vt:lpstr>Ubuntu安装</vt:lpstr>
      <vt:lpstr>Ubuntu安装</vt:lpstr>
      <vt:lpstr>Ubuntu安装</vt:lpstr>
      <vt:lpstr>Ubuntu安装</vt:lpstr>
      <vt:lpstr>Ubuntu安装</vt:lpstr>
      <vt:lpstr>Ubuntu安装</vt:lpstr>
      <vt:lpstr>Ubuntu安装</vt:lpstr>
      <vt:lpstr>Ubuntu安装</vt:lpstr>
      <vt:lpstr>Ubuntu安装</vt:lpstr>
      <vt:lpstr>Ubuntu安装</vt:lpstr>
      <vt:lpstr>Ubuntu安装</vt:lpstr>
      <vt:lpstr>Ubuntu使用</vt:lpstr>
      <vt:lpstr>Ubuntu使用</vt:lpstr>
      <vt:lpstr>Ubuntu使用</vt:lpstr>
      <vt:lpstr>Ubuntu使用</vt:lpstr>
      <vt:lpstr>Ubuntu使用</vt:lpstr>
      <vt:lpstr>VirtualBox中文件夹共享</vt:lpstr>
      <vt:lpstr>VirtualBox中文件夹共享</vt:lpstr>
      <vt:lpstr>VirtualBox中文件夹共享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Machine Installation</dc:title>
  <dc:creator>sunarker</dc:creator>
  <cp:lastModifiedBy>guyj93@outlook.com</cp:lastModifiedBy>
  <cp:revision>31</cp:revision>
  <dcterms:created xsi:type="dcterms:W3CDTF">2016-07-25T09:07:33Z</dcterms:created>
  <dcterms:modified xsi:type="dcterms:W3CDTF">2017-09-12T11:30:34Z</dcterms:modified>
</cp:coreProperties>
</file>